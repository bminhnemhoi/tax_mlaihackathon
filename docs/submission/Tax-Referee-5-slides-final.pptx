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28009a1234a88" /><Relationship Type="http://schemas.openxmlformats.org/officeDocument/2006/relationships/extended-properties" Target="/docProps/app.xml" Id="Rd21f3ba99e9e4682" /><Relationship Type="http://schemas.openxmlformats.org/officeDocument/2006/relationships/officeDocument" Target="/ppt/presentation.xml" Id="Rffcdd7fe3d26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4fad414f84fbf"/>
  </p:sldMasterIdLst>
  <p:notesMasterIdLst>
    <p:notesMasterId xmlns:r="http://schemas.openxmlformats.org/officeDocument/2006/relationships" r:id="Re64634d2e27949c0"/>
  </p:notesMasterIdLst>
  <p:sldIdLst>
    <p:sldId xmlns:r="http://schemas.openxmlformats.org/officeDocument/2006/relationships" id="256" r:id="Rf45ceaaa14604d1c"/>
    <p:sldId xmlns:r="http://schemas.openxmlformats.org/officeDocument/2006/relationships" id="257" r:id="R0e9dd17e5a7e4a37"/>
    <p:sldId xmlns:r="http://schemas.openxmlformats.org/officeDocument/2006/relationships" id="258" r:id="R1ee36783d29d43d4"/>
    <p:sldId xmlns:r="http://schemas.openxmlformats.org/officeDocument/2006/relationships" id="259" r:id="Re814ece268e9418f"/>
    <p:sldId xmlns:r="http://schemas.openxmlformats.org/officeDocument/2006/relationships" id="260" r:id="Rc616da0d2211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734860bae416e" /><Relationship Type="http://schemas.openxmlformats.org/officeDocument/2006/relationships/slideMaster" Target="/ppt/slideMasters/slideMaster1.xml" Id="Rfe84fad414f84fbf" /><Relationship Type="http://schemas.openxmlformats.org/officeDocument/2006/relationships/notesMaster" Target="/ppt/notesMasters/notesMaster1.xml" Id="Re64634d2e27949c0" /><Relationship Type="http://schemas.openxmlformats.org/officeDocument/2006/relationships/presProps" Target="/ppt/presProps.xml" Id="R746f169312cd40cd" /><Relationship Type="http://schemas.openxmlformats.org/officeDocument/2006/relationships/tableStyles" Target="/ppt/tableStyles.xml" Id="R5671366c4e9f43f9" /><Relationship Type="http://schemas.openxmlformats.org/officeDocument/2006/relationships/slide" Target="/ppt/slides/slide1.xml" Id="Rf45ceaaa14604d1c" /><Relationship Type="http://schemas.openxmlformats.org/officeDocument/2006/relationships/slide" Target="/ppt/slides/slide2.xml" Id="R0e9dd17e5a7e4a37" /><Relationship Type="http://schemas.openxmlformats.org/officeDocument/2006/relationships/slide" Target="/ppt/slides/slide3.xml" Id="R1ee36783d29d43d4" /><Relationship Type="http://schemas.openxmlformats.org/officeDocument/2006/relationships/slide" Target="/ppt/slides/slide4.xml" Id="Re814ece268e9418f" /><Relationship Type="http://schemas.openxmlformats.org/officeDocument/2006/relationships/slide" Target="/ppt/slides/slide5.xml" Id="Rc616da0d2211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ea3e9bfd45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974139d61c4d6c" /><Relationship Type="http://schemas.openxmlformats.org/officeDocument/2006/relationships/notesMaster" Target="/ppt/notesMasters/notesMaster1.xml" Id="Readcb8adf4a443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0b076cfca4077" /><Relationship Type="http://schemas.openxmlformats.org/officeDocument/2006/relationships/notesMaster" Target="/ppt/notesMasters/notesMaster1.xml" Id="Rd374b01b9aa44e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3271722cd43ab" /><Relationship Type="http://schemas.openxmlformats.org/officeDocument/2006/relationships/notesMaster" Target="/ppt/notesMasters/notesMaster1.xml" Id="Rf2c74c3ebcb646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fff9f5ba5417b" /><Relationship Type="http://schemas.openxmlformats.org/officeDocument/2006/relationships/notesMaster" Target="/ppt/notesMasters/notesMaster1.xml" Id="R7f82390766274d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8907e592b411b" /><Relationship Type="http://schemas.openxmlformats.org/officeDocument/2006/relationships/notesMaster" Target="/ppt/notesMasters/notesMaster1.xml" Id="R4ea40a32af92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2df21fbd148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6321c8c1e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0dfde6bcc42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51dfe7abe45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123e0436d42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e6e5629b3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6CF97E-A487-453B-ACAA-BE60FDAEC0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87B39D-EF44-4843-A3FD-4B472C18C8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801006-F8A4-4DD4-838D-C5E45540B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A417F5-708C-496F-BB91-E13B8649E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65B289-30E9-4D0A-820F-B00529B837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A12AF3-5CFE-4CD6-979B-0645257F6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F0D32B-4522-421A-89F1-59A0CF0334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35AAAC-F843-4069-9EA7-472912DE39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1AB28D-EDD6-4420-9CA7-4607E3E7C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2F1B5E-99F9-45A9-9087-1B06086CDC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e32070df846d2" /><Relationship Type="http://schemas.openxmlformats.org/officeDocument/2006/relationships/slideLayout" Target="/ppt/slideLayouts/slideLayout1.xml" Id="Re3e450116d024339" /><Relationship Type="http://schemas.openxmlformats.org/officeDocument/2006/relationships/slideLayout" Target="/ppt/slideLayouts/slideLayout2.xml" Id="Rcf25fbece4e54867" /><Relationship Type="http://schemas.openxmlformats.org/officeDocument/2006/relationships/slideLayout" Target="/ppt/slideLayouts/slideLayout3.xml" Id="R78aa15e9d3e949fe" /><Relationship Type="http://schemas.openxmlformats.org/officeDocument/2006/relationships/slideLayout" Target="/ppt/slideLayouts/slideLayout4.xml" Id="R4b902e450e9b4f76" /><Relationship Type="http://schemas.openxmlformats.org/officeDocument/2006/relationships/slideLayout" Target="/ppt/slideLayouts/slideLayout5.xml" Id="R1c45ab0e79944d96" /><Relationship Type="http://schemas.openxmlformats.org/officeDocument/2006/relationships/slideLayout" Target="/ppt/slideLayouts/slideLayout6.xml" Id="Rcb9a1ff1eadd4c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e450116d024339"/>
    <p:sldLayoutId xmlns:r="http://schemas.openxmlformats.org/officeDocument/2006/relationships" id="2147483650" r:id="Rcf25fbece4e54867"/>
    <p:sldLayoutId xmlns:r="http://schemas.openxmlformats.org/officeDocument/2006/relationships" id="2147483651" r:id="R78aa15e9d3e949fe"/>
    <p:sldLayoutId xmlns:r="http://schemas.openxmlformats.org/officeDocument/2006/relationships" id="2147483652" r:id="R4b902e450e9b4f76"/>
    <p:sldLayoutId xmlns:r="http://schemas.openxmlformats.org/officeDocument/2006/relationships" id="2147483653" r:id="R1c45ab0e79944d96"/>
    <p:sldLayoutId xmlns:r="http://schemas.openxmlformats.org/officeDocument/2006/relationships" id="2147483654" r:id="Rcb9a1ff1eadd4c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2ee82cfc94ade" /><Relationship Type="http://schemas.openxmlformats.org/officeDocument/2006/relationships/notesSlide" Target="/ppt/notesSlides/notesSlide1.xml" Id="R1eb77ad8e709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6f165c5334cd5" /><Relationship Type="http://schemas.openxmlformats.org/officeDocument/2006/relationships/notesSlide" Target="/ppt/notesSlides/notesSlide2.xml" Id="R4b5200447a87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d763c2d2a438b" /><Relationship Type="http://schemas.openxmlformats.org/officeDocument/2006/relationships/notesSlide" Target="/ppt/notesSlides/notesSlide3.xml" Id="R0ca0d64f4bda4a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02da2b8b840db" /><Relationship Type="http://schemas.openxmlformats.org/officeDocument/2006/relationships/notesSlide" Target="/ppt/notesSlides/notesSlide4.xml" Id="R88a83d1a437d49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d2c3ea8974749" /><Relationship Type="http://schemas.openxmlformats.org/officeDocument/2006/relationships/notesSlide" Target="/ppt/notesSlides/notesSlide5.xml" Id="R19c8fcd1a8c847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992D0-43B7-4F7D-8698-EF54840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TAX REFEREE · ĐỀ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547AE-96A0-4FDF-A944-E8FA5CD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617"/>
                </a:solidFill>
                <a:latin typeface="Arial"/>
                <a:ea typeface="Arial"/>
                <a:cs typeface="Arial"/>
              </a:rPr>
              <a:t>Thẩm định hóa đơn và chuyển tiếp ngoại lệ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18D67-EB25-4F00-9236-FFA1547E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Tiếp nhận → Kiểm tra → Tự xử lý / Chuyển tiếp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A5DB1-AB64-496B-B56F-5578165C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 thường quy: hoàn thành tự động và tạo chứng từ nội bộ.</a:t>
            </a:r>
          </a:p>
          <a:p xmlns:a="http://schemas.openxmlformats.org/drawingml/2006/main">
            <a:pPr>
              <a:defRPr sz="2250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 nghi vấn: chỉ rõ điều cần xác minh, người xử lý và bước tiếp theo.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FA209-E5F4-4AB8-A4C4-F174763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Chưa có số liệu đo thực tế về khối lượng hóa đơn hoặc thời gian tiết kiệm.</a:t>
            </a:r>
          </a:p>
        </p:txBody>
      </p:sp>
    </p:spTree>
    <p:extLst>
      <p:ext uri="{BB962C8B-B14F-4D97-AF65-F5344CB8AC3E}">
        <p14:creationId xmlns:p14="http://schemas.microsoft.com/office/powerpoint/2010/main" val="870264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9209F-9BAF-4793-B9A7-F75F2717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TAX REFEREE · ĐỀ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B46DD-E8ED-4BF8-B7CC-D99B1343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617"/>
                </a:solidFill>
                <a:latin typeface="Arial"/>
                <a:ea typeface="Arial"/>
                <a:cs typeface="Arial"/>
              </a:rPr>
              <a:t>Con người xử lý nơi cần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F06EE-6B0C-460F-AB8D-0A199860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42076-7D42-4F0E-9603-1F95CC2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28875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XML / PDF / ảnh / văn bản; giữ chứng từ và cảnh báo nguồn.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AF064-07BA-43FD-B8A9-F50E897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Quy tắc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FEB1E-5209-458A-AE9E-A5696EB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67075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Ngoài quy chế · Vượt thẩm quyền · Thông tin chưa chắc chắn.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6588E-AA72-402F-ADBB-35E69D5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KTT / CFO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87E1B-30C4-4CB4-A8FF-2ED71D6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Câu hỏi cụ thể; bổ sung bằng chứng rồi chạy lại toàn bộ quy tắc.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9BA9-AA7C-4589-92CF-57A47B4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00D91-C3A1-49AC-AABD-2C88B40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43475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Một quyết định không giải tỏa vi phạm khác; thuế nghi vấn bằng 0.</a:t>
            </a:r>
          </a:p>
        </p:txBody>
      </p:sp>
    </p:spTree>
    <p:extLst>
      <p:ext uri="{BB962C8B-B14F-4D97-AF65-F5344CB8AC3E}">
        <p14:creationId xmlns:p14="http://schemas.microsoft.com/office/powerpoint/2010/main" val="1556204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7C914-A322-4231-9891-8BE2555A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TAX REFEREE · ĐỀ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B1735-9833-413D-8BAB-03DFA1F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617"/>
                </a:solidFill>
                <a:latin typeface="Arial"/>
                <a:ea typeface="Arial"/>
                <a:cs typeface="Arial"/>
              </a:rPr>
              <a:t>Kết quả hồi quy và bằng chứng cần thu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8633-AB86-46A2-A76B-E5B3D6D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4/4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4F5D-DD54-4CEE-8C77-4B0F22AE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5310C-DB1A-49A4-A1A7-5D89CC9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15/15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DF49-E6EC-490E-89F0-E8D1724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 chung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69AA8-F417-4355-B416-911223ED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Đề A: 3 thường quy / 2 chuyển tiếp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C4366-9C68-4995-9048-D5D4788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 hồi quy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74419-3623-4ACE-8E21-18F1DCEE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20 kiểm tra an toàn đạt. Các tập trên là dữ liệu tổng hợp, có ca trùng.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E8490-DFA9-4CB5-A305-B5E3679D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Cần ≥20 ca độc lập được gán nhãn trước và ba nhân sự thật đo trước/sau.</a:t>
            </a:r>
          </a:p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Chưa có kết quả đo hoặc lời chứng người dùng được xác nhận.</a:t>
            </a:r>
          </a:p>
        </p:txBody>
      </p:sp>
    </p:spTree>
    <p:extLst>
      <p:ext uri="{BB962C8B-B14F-4D97-AF65-F5344CB8AC3E}">
        <p14:creationId xmlns:p14="http://schemas.microsoft.com/office/powerpoint/2010/main" val="638508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F3546-EE38-48AF-8842-B8EC9828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TAX REFEREE · ĐỀ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6622C-DCE2-42BF-9036-61B44E4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617"/>
                </a:solidFill>
                <a:latin typeface="Arial"/>
                <a:ea typeface="Arial"/>
                <a:cs typeface="Arial"/>
              </a:rPr>
              <a:t>Transaction, revision và quyền can thiệp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9EA78-07EA-4840-B45D-71BD439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Next.js + SQLite · một service nghiệp vụ dùng chung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393CA-B040-4B40-94D3-F30EC24E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Dừng kết quả đang chạy; ghi đè có guard; giữ thuế lưu ở backend.</a:t>
            </a:r>
          </a:p>
          <a:p xmlns:a="http://schemas.openxmlformats.org/drawingml/2006/main">
            <a: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Hoàn tác bằng sự kiện bù: trạng thái, voucher, macro và tiền lệ.</a:t>
            </a:r>
          </a:p>
          <a:p xmlns:a="http://schemas.openxmlformats.org/drawingml/2006/main">
            <a:pPr>
              <a:defRPr sz="20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Audit ghi người thao tác, nguồn, policy, lý do và thay đổi trước/sau.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EA393-5E97-4991-A946-B480A66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Tiền lệ theo rule / nhà cung cấp / mục đích / thời hạn / trần CFO.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Hiệu chỉnh sau ≥10 phản hồi hậu kiểm; có kiểm tra an toàn và rollback.</a:t>
            </a:r>
          </a:p>
        </p:txBody>
      </p:sp>
    </p:spTree>
    <p:extLst>
      <p:ext uri="{BB962C8B-B14F-4D97-AF65-F5344CB8AC3E}">
        <p14:creationId xmlns:p14="http://schemas.microsoft.com/office/powerpoint/2010/main" val="2037209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B7B4E-F819-46ED-A4D7-8228CCA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TAX REFEREE · ĐỀ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24229-91D2-4F02-8034-110B222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206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617"/>
                </a:solidFill>
                <a:latin typeface="Arial"/>
                <a:ea typeface="Arial"/>
                <a:cs typeface="Arial"/>
              </a:rPr>
              <a:t>Giới hạn và điều kiện khóa bài 15/10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B4243-89B7-4C5B-A420-AFBA97DD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OCR và vận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AD9ED-93E8-44BC-9E87-38D53CB0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Kiểm tra OCR thật, Docker/Linux, HTTPS và restart/restore trên VPS.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Chưa có live URL được xác nhận; ERP/ngân hàng/TCT chưa kết nối thật.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D4489-7099-4EB1-A09E-695709F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Bằng chứng người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8017D-786C-4ACB-9FD7-A4C73196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5287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Ba người tự viết xác nhận; số liệu trước/sau; một cải tiến gắn feedback.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Bổ sung kết quả đo thật vào slide và ghi video không quá 3 phút.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8EDE9-5366-4BE0-ABF2-1640B92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Verify local không cần API key. Không cam kết độ chính xác hay tiết kiệm thời gian khi chưa có dữ liệu đo.</a:t>
            </a:r>
          </a:p>
        </p:txBody>
      </p:sp>
    </p:spTree>
    <p:extLst>
      <p:ext uri="{BB962C8B-B14F-4D97-AF65-F5344CB8AC3E}">
        <p14:creationId xmlns:p14="http://schemas.microsoft.com/office/powerpoint/2010/main" val="1099952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2026-10-09T16:51:27.5450000Z</dcterms:created>
  <dcterms:modified xsi:type="dcterms:W3CDTF">2026-10-09T16:51:27.5450000Z</dcterms:modified>
</coreProperties>
</file>